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Notes for slide one.</a:t>
            </a:r>
          </a:p>
          <a:p>
            <a:r>
              <a:t>Second line of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Bullet levels must survive the round trip.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Shape geometry, rotation, groups and a connector.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Table widths and the embedded PNG.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Fixture Deck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from the layout placeholder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Bullets and runs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level item</a:t>
            </a:r>
          </a:p>
          <a:p>
            <a:pPr lvl="1"/>
            <a:r>
              <a:t>Second level item</a:t>
            </a:r>
          </a:p>
          <a:p>
            <a:pPr lvl="2"/>
            <a:r>
              <a:rPr b="1"/>
              <a:t>Bold </a:t>
            </a:r>
            <a:r>
              <a:rPr i="1"/>
              <a:t>italic </a:t>
            </a:r>
            <a:r>
              <a:rPr>
                <a:solidFill>
                  <a:srgbClr val="C03020"/>
                </a:solidFill>
              </a:rPr>
              <a:t>coloured </a:t>
            </a:r>
            <a:r>
              <a:rPr sz="2800"/>
              <a:t>and sized</a:t>
            </a:r>
          </a:p>
          <a:p>
            <a:pPr/>
            <a:r>
              <a:t>Back to first level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Shapes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37360"/>
            <a:ext cx="2377440" cy="1188720"/>
          </a:xfrm>
          <a:prstGeom prst="roundRect">
            <a:avLst>
              <a:gd name="adj" fmla="val 33000"/>
            </a:avLst>
          </a:prstGeom>
          <a:solidFill>
            <a:schemeClr val="accent2"/>
          </a:solidFill>
          <a:ln w="2857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Rounded, accent 2</a:t>
            </a:r>
          </a:p>
        </p:txBody>
      </p:sp>
      <p:sp>
        <p:nvSpPr>
          <p:cNvPr id="4" name="Isosceles Triangle 3"/>
          <p:cNvSpPr/>
          <p:nvPr/>
        </p:nvSpPr>
        <p:spPr>
          <a:xfrm rot="1350000">
            <a:off x="3291840" y="1737360"/>
            <a:ext cx="1463040" cy="1463040"/>
          </a:xfrm>
          <a:prstGeom prst="triangle">
            <a:avLst/>
          </a:prstGeom>
          <a:solidFill>
            <a:srgbClr val="2E8B7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gular Pentagon 4"/>
          <p:cNvSpPr/>
          <p:nvPr/>
        </p:nvSpPr>
        <p:spPr>
          <a:xfrm>
            <a:off x="5120640" y="1737360"/>
            <a:ext cx="1463040" cy="1463040"/>
          </a:xfrm>
          <a:prstGeom prst="pentagon">
            <a:avLst/>
          </a:prstGeom>
          <a:solidFill>
            <a:schemeClr val="accent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6" name="Group 5"/>
          <p:cNvGrpSpPr/>
          <p:nvPr/>
        </p:nvGrpSpPr>
        <p:grpSpPr>
          <a:xfrm>
            <a:off x="7132320" y="1828800"/>
            <a:ext cx="1645920" cy="1463040"/>
            <a:chOff x="7132320" y="1828800"/>
            <a:chExt cx="1645920" cy="1463040"/>
          </a:xfrm>
        </p:grpSpPr>
        <p:sp>
          <p:nvSpPr>
            <p:cNvPr id="7" name="Oval 6"/>
            <p:cNvSpPr/>
            <p:nvPr/>
          </p:nvSpPr>
          <p:spPr>
            <a:xfrm>
              <a:off x="7132320" y="1828800"/>
              <a:ext cx="914400" cy="914400"/>
            </a:xfrm>
            <a:prstGeom prst="ellipse">
              <a:avLst/>
            </a:prstGeom>
            <a:solidFill>
              <a:srgbClr val="D8A03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>
              <a:off x="7863840" y="2377440"/>
              <a:ext cx="914400" cy="914400"/>
            </a:xfrm>
            <a:prstGeom prst="ellipse">
              <a:avLst/>
            </a:prstGeom>
            <a:solidFill>
              <a:srgbClr val="9060C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9" name="Connector 8"/>
          <p:cNvCxnSpPr/>
          <p:nvPr/>
        </p:nvCxnSpPr>
        <p:spPr>
          <a:xfrm>
            <a:off x="731520" y="3291840"/>
            <a:ext cx="4023360" cy="548640"/>
          </a:xfrm>
          <a:prstGeom prst="line">
            <a:avLst/>
          </a:prstGeom>
          <a:ln w="38100">
            <a:solidFill>
              <a:srgbClr val="3030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420624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t>A plain text box, right aligned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 and picture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737360"/>
          <a:ext cx="58521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645920"/>
                <a:gridCol w="1828800"/>
              </a:tblGrid>
              <a:tr h="548640">
                <a:tc>
                  <a:txBody>
                    <a:bodyPr/>
                    <a:lstStyle/>
                    <a:p>
                      <a:r>
                        <a:t>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STAT6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CRBN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positive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RIPK1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CRBN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reject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PNPLA3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CRBN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positive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" name="Picture 3" descr="_fixture_im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737360"/>
            <a:ext cx="2926080" cy="194767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Blank layout, full-bleed band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A long paragraph that exists to exercise wrapping and the autofit path, because text that overflows its frame is where a renderer and PowerPoint most often disagree about what the slide looks like.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